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or fixed?
The answer changed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business customer's own consumption shape does to the price it pays on the Czech day-ahead market — and why the recommendation for a daytime customer has reversed since 2021.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day-ahead auction, licence CC BY 4.0. 73,775 settlement periods, 2021-2026, Czech local time.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19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cheap customer and the expensive one swapped places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factor: what a customer's shape does to its average price, against a flat 24/7 load = 1.00.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41248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OFFICE PROFILE, 2021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12% above the market average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84448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785616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PROFILE, 2026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85616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85616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8% below it — a 20 point swing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28816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729984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NIGHT-HEAVY PROFILE, 2021 → 2026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729984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 → 1.03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29984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 shape became the expensive 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73184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674352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WORTH, AT 10,000 MWh A YEAR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74352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157k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674352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a year between the best and worst shape in 2026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93192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customers can buy the same volume, from the same supplier, in the same year, on the same spot contract — and pay 15.7 EUR/MWh differently. The only difference is when they consume.
That was always true. What changed is the sign. In 2021 the night-heavy customer had the cheap shape, 18 points below the daytime one. In 2026 it is 11 points above. A sales playbook written before 2023 now recommends the wrong product to both of them.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2021-2026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Midday stopped being expensive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by hour of day, each year indexed to its own baseload so the shape can be compared across years.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2021 midday cost +38% against the small hours. In 2026 it is -52%.
The cheapest hour of the day is now 13:00; in 2021 it was 03:00.
The expensive hours moved to the evening peak, 20:00, when solar output has gone and demand has not.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2021-2026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pic>
        <p:nvPicPr>
          <p:cNvPr id="11" name="Picture 10" descr="intra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03605"/>
            <a:ext cx="7772400" cy="4228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the market rewards now, and who it used 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factor by year. Above 1.00 the shape costs the customer money; below 1.00 it earns them money.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daytime office profile crossed below the market average in 2025. The night-heavy profile crossed above it in 2026.
A continuous 24/7 load sits at 1.00 by definition. It is the benchmark everything else is measured against.
The annual figure hides a season. In 2026 the office profile is 0.84 across the summer and 1.13 across the winter: the advantage is a solar advantage, and it reverses when the sun does.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2021-2026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pic>
        <p:nvPicPr>
          <p:cNvPr id="11" name="Picture 10" descr="fa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467" y="1645920"/>
            <a:ext cx="687362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inside a single day keeps widening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spread between the highest and lowest price within a single 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cheapest and dearest moment of an average day went from 77 EUR/MWh in 2021 to 175 in 2026.
That is the shape effect getting stronger, independently of the price level: 2021 and 2026 had similar averages (101 against 111 EUR/MWh).
The worst single day in 2026 spanned 707 EUR/MWh.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2021-2026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pic>
        <p:nvPicPr>
          <p:cNvPr id="11" name="Picture 10" descr="sp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6430"/>
            <a:ext cx="7772400" cy="3982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prices happen at midday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negative day-ahead prices in 2026, by hour of 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hours of negative prices so far in 2026 (4.6% of the period), against 33 hours in 2021.
The lowest settlement price recorded in 2026 was -500 EUR/MWh.
A customer able to move load into these hours is paid to consume. There is a product in that for anyone with flexible demand.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2021-2026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pic>
        <p:nvPicPr>
          <p:cNvPr id="11" name="Picture 10" descr="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63886"/>
            <a:ext cx="7772400" cy="43074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changes for how we sell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follow for how a supplier sells to business customers.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the shape, not just the volume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customers with identical annual volume are worth 156,846 EUR a year apart at 10,000 MWh. A fixed-price offer quoted off the baseload for both mis-prices both: too dear for the daytime customer, too cheap for the night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73659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daytime customer is the one to approach about spot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Single-shift and office-hours loads now sit below the market average and are still moving. But the gain is seasonal — 0.84 in summer against 1.13 in winter — so the honest product is a seasonal or hybrid one. A flat promise is the kind of thing a customer resents every January.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57707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is worth more than it was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day now spans 175 EUR/MWh against 77 in 2021. For a customer who cannot move load, that is the case for a fixed product — and the risk premium is easier to justify.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2021-2026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numbers were made, and where they stop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computed from the cached price downloads in this repository and can be reproduced with one command.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PERIODS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73,775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 day-ahead prices, 2021-2026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7091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YEARS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hour by hour against the calendar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5496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BASE LOAD IS IGNORED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factor instead of 0.92 — same direction, twice the size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NUMBERS WERE CHECKED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Prices are converted from UTC to Czech local time, so shifts and nights line up with when a factory actually runs.
•  The market moved from hourly to 15-minute settlement on 1 October 2025; every average here is weighted by period length.
•  Load profiles keep a realistic base load overnight rather than dropping to zero, which halves the measured effect.
•  Delivered hours were checked against the calendar year, so a missing day could not pass as a complete year.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CANNOT TELL YOU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611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profile factor isolates the shape effect. A real fixed offer also contains a forward price, a risk premium and balancing costs, none of which are public.
•  These are stylised profiles rather than metered customer data. A real site has seasonality, shutdowns and production peaks.
•  Past shapes are history. They show where the market has moved; where it goes by the end of a three-year contract is another question.
•  Seasonal factors are computed against each season's own baseload, so what they measure is shape. The fact that winter power costs more is already divided out.
•  2026 covers January to August only and is labelled as such throughout.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2021-2026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or fixed: matching the product to the load</dc:title>
  <dc:subject>PptxGenJS Presentation</dc:subject>
  <dc:creator>Commercial analysis</dc:creator>
  <cp:lastModifiedBy>Commercial analysis</cp:lastModifiedBy>
  <cp:revision>1</cp:revision>
  <dcterms:created xsi:type="dcterms:W3CDTF">2026-09-15T13:00:04Z</dcterms:created>
  <dcterms:modified xsi:type="dcterms:W3CDTF">2026-09-15T13:00:04Z</dcterms:modified>
</cp:coreProperties>
</file>