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{{DECK_TITLE}}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{{SUBTITLE}}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{{SOURCE_LINE}}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{{S2_TITLE}}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{{KPI1_VALUE}}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84448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85616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{{KPI2_VALUE}}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85616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28816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729984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{{KPI3_VALUE}}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29984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{{KPI3_NOTE}}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688336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74352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{{KPI4_LABEL}}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{{KPI4_VALUE}}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8163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{{KPI4_NOTE}}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{{S2_FINDING}}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{{S3_TITLE}}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{{CHART:history}}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{{S3_TAKEAWAY}}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{{S4_TITLE}}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{{CHART:ranking}}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{{S4_TAKEAWAY}}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{{S5_TITLE}}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{{CHART:composition}}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{{S5_TAKEAWAY}}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{{S6_TITLE}}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772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{{CHART:bands}}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645920"/>
            <a:ext cx="2788920" cy="4343400"/>
          </a:xfrm>
          <a:prstGeom prst="roundRect">
            <a:avLst>
              <a:gd name="adj" fmla="val 2623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224028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{{S6_TAKEAWAY}}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{{S7_TITLE}}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{{S7_LEDE}}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{{COL1_NUM}}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{{COL1_HEAD}}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{{COL1_BODY}}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{{COL2_NUM}}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{{COL2_HEAD}}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{{COL2_BODY}}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77072" y="18745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{{COL3_NUM}}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23317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{{COL3_HEAD}}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2" y="3063240"/>
            <a:ext cx="3054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{{COL3_BODY}}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{{S8_TITLE}}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{{S8_LEDE}}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{{DQ1_LABEL}}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{{DQ1_VALUE}}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{{DQ1_NOTE}}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{{DQ2_LABEL}}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{{DQ2_VALUE}}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{{DQ2_NOTE}}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{{DQ3_LABEL}}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121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{{DQ3_VALUE}}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615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{{DQ3_NOTE}}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WERE CHECKED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{{METHOD_LEFT}}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CANNOT TELL YOU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118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{{METHOD_RIGHT}}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 |  {{PERIOD}}  |  Non-household consumers, excluding VAT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3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energy price benchmark</dc:title>
  <dc:subject>PptxGenJS Presentation</dc:subject>
  <dc:creator>Market analysis</dc:creator>
  <cp:lastModifiedBy>Market analysis</cp:lastModifiedBy>
  <cp:revision>1</cp:revision>
  <dcterms:created xsi:type="dcterms:W3CDTF">2026-09-15T12:59:59Z</dcterms:created>
  <dcterms:modified xsi:type="dcterms:W3CDTF">2026-09-15T12:59:59Z</dcterms:modified>
</cp:coreProperties>
</file>